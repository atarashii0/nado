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64" r:id="rId3"/>
    <p:sldId id="263" r:id="rId4"/>
    <p:sldId id="257" r:id="rId5"/>
    <p:sldId id="258" r:id="rId6"/>
    <p:sldId id="259" r:id="rId7"/>
    <p:sldId id="260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80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19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79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7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6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89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5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84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74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01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674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165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63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440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603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691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72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18816E3-1D9B-4146-A2BC-E219E2EDDF47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5ADC546-5C32-4F98-A3AB-658C85FB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93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706582"/>
            <a:ext cx="9144000" cy="2803381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Поколения компьютеров и их элементная база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582786"/>
            <a:ext cx="9144000" cy="1675014"/>
          </a:xfrm>
        </p:spPr>
        <p:txBody>
          <a:bodyPr>
            <a:normAutofit/>
          </a:bodyPr>
          <a:lstStyle/>
          <a:p>
            <a:r>
              <a:rPr lang="ru-RU" dirty="0" smtClean="0"/>
              <a:t>С 0-го поколения по 5-ое</a:t>
            </a:r>
          </a:p>
          <a:p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67969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7344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Поколение 0 (</a:t>
            </a:r>
            <a:r>
              <a:rPr lang="ru-RU" dirty="0"/>
              <a:t>1642–1945 </a:t>
            </a:r>
            <a:r>
              <a:rPr lang="ru-RU" dirty="0" err="1"/>
              <a:t>гг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Элементная база: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Шестерни, колеса, рычаги, а позже — электромагнитные реле.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Программируемость: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Большинство машин не имели памяти и не программировались; каждое действие требовало ручного вмешательства.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Крайне низкая по сравнению с ЭВМ, ограничена скоростью движения механических частей.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Габариты: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От настольных арифмометров до огромных шкафов с тысячами реле. 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Паскалина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Аналитическая машина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Бэббиджа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Z3,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Harvard Mark I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700296"/>
            <a:ext cx="4824412" cy="3222707"/>
          </a:xfrm>
        </p:spPr>
      </p:pic>
    </p:spTree>
    <p:extLst>
      <p:ext uri="{BB962C8B-B14F-4D97-AF65-F5344CB8AC3E}">
        <p14:creationId xmlns:p14="http://schemas.microsoft.com/office/powerpoint/2010/main" val="40816706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Поколение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(1946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1955г.)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Элементная база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Электронные лампы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огромные энергоемкие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машины с низким быстродействием (тысячи операций в секунду)использующие перфокарты и машинный язык. Они были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ненадежными и требовали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частого ремонта из-за перегорания ламп и сложного охлаждения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Размеры </a:t>
            </a:r>
            <a: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потребление: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Занимали целые комнаты или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залы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Требовали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мощных систем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охлаждения,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потребляли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десятки кВт энергии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Память: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Использовались магнитные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барабаны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акустические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ртутные линии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электронно-лучевые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трубки (ЭЛТ). Объем памяти был очень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малы (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Кб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Ввод/вывод: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Перфокарты, перфоленты, магнитные ленты, электрические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пишущие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машинки.</a:t>
            </a:r>
          </a:p>
          <a:p>
            <a:r>
              <a:rPr lang="ru-RU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2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20 тысяч операций в секунду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ENIAC, UNIVAC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БЭСМ-2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"Минск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"Урал".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09" y="2603500"/>
            <a:ext cx="4468019" cy="3416300"/>
          </a:xfrm>
        </p:spPr>
      </p:pic>
    </p:spTree>
    <p:extLst>
      <p:ext uri="{BB962C8B-B14F-4D97-AF65-F5344CB8AC3E}">
        <p14:creationId xmlns:p14="http://schemas.microsoft.com/office/powerpoint/2010/main" val="1960076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Поколение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1955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1964г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Элементная база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Транзисторы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оперативная память (ОЗУ) стала строиться на 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магнитных сердечниках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(ферритах), а для внешнего хранения начали применять магнитные ленты и первые магнитные диски.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скорость вычислений выросла до 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100–500 тысяч операций в секунду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появились языки программирования высокого уровня, такие как 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Fortran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COBOL и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первые мониторные системы — прообразы современных операционных систем. 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7090 /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7094,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1401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БЭСМ-6,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Минск-2 /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Минск-22.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570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Элементная база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Интегральные схемы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обеспечение: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Появление полноценных 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операционных систем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(например, OS/360), которые позволили компьютерам выполнять несколько задач одновременно (многопрограммный режим).</a:t>
            </a:r>
          </a:p>
          <a:p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Габариты и надежность: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Компьютеры стали значительно меньше, надежнее и потребляли меньше энергии по сравнению с предыдущими поколениями</a:t>
            </a:r>
          </a:p>
          <a:p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 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тысяч до 10 миллионов операций в секунду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Память: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Объем оперативной памяти (ОЗУ) вырос до </a:t>
            </a:r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нескольких мегабайт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(например, до 8–16 МБ в старших моделях IBM/360), что позволяло работать с более сложным ПО.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IBM System/360, IBM System/370, PDP-11, CDC 6600</a:t>
            </a:r>
            <a:endParaRPr lang="ru-RU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806" y="2603500"/>
            <a:ext cx="2562225" cy="3416300"/>
          </a:xfrm>
        </p:spPr>
      </p:pic>
    </p:spTree>
    <p:extLst>
      <p:ext uri="{BB962C8B-B14F-4D97-AF65-F5344CB8AC3E}">
        <p14:creationId xmlns:p14="http://schemas.microsoft.com/office/powerpoint/2010/main" val="1422017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наше время)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461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Поколение 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(2019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Квантовые </a:t>
            </a:r>
            <a:r>
              <a:rPr lang="ru-RU" dirty="0" err="1" smtClean="0"/>
              <a:t>копьютеры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71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036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237" y="2603500"/>
            <a:ext cx="4363839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6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84</TotalTime>
  <Words>119</Words>
  <Application>Microsoft Office PowerPoint</Application>
  <PresentationFormat>Широкоэкранный</PresentationFormat>
  <Paragraphs>32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Совет директоров</vt:lpstr>
      <vt:lpstr>Поколения компьютеров и их элементная база</vt:lpstr>
      <vt:lpstr>Презентация PowerPoint</vt:lpstr>
      <vt:lpstr>Поколение 0 (1642–1945 гг)</vt:lpstr>
      <vt:lpstr>Поколение 1 (1946 – 1955г.)</vt:lpstr>
      <vt:lpstr>Поколение 2 (1955 – 1964г.)</vt:lpstr>
      <vt:lpstr>Поколение 3 (1964 – 1975г.)</vt:lpstr>
      <vt:lpstr>Поколение 4 (1975 – наше время)</vt:lpstr>
      <vt:lpstr>Поколение 5 (2019 – …)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Поколения компьютеров и их элементная база</dc:title>
  <dc:creator>Кузнецов Дмитрий Евгеньевич</dc:creator>
  <cp:lastModifiedBy>Кузнецов Дмитрий Евгеньевич</cp:lastModifiedBy>
  <cp:revision>14</cp:revision>
  <dcterms:created xsi:type="dcterms:W3CDTF">2026-02-27T12:32:45Z</dcterms:created>
  <dcterms:modified xsi:type="dcterms:W3CDTF">2026-02-27T13:57:12Z</dcterms:modified>
</cp:coreProperties>
</file>